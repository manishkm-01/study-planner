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E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ishkmaiml2026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55469"/>
            <a:ext cx="9144000" cy="91440"/>
          </a:xfrm>
          <a:prstGeom prst="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73889" y="476488"/>
            <a:ext cx="539622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lang="en-US" dirty="0"/>
              <a:t>Project </a:t>
            </a:r>
            <a:r>
              <a:rPr dirty="0"/>
              <a:t>Phase 2: </a:t>
            </a:r>
            <a:r>
              <a:rPr lang="en-US" dirty="0"/>
              <a:t>Build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4890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Smart Study Planner &amp; Quiz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220" y="289484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dirty="0"/>
              <a:t>Code Implementation, Screenshots &amp; System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660" y="3545455"/>
            <a:ext cx="1828800" cy="502920"/>
          </a:xfrm>
          <a:prstGeom prst="rect">
            <a:avLst/>
          </a:prstGeom>
          <a:solidFill>
            <a:srgbClr val="0891B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4751" y="3666110"/>
            <a:ext cx="122661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5340" y="3545455"/>
            <a:ext cx="1828800" cy="502920"/>
          </a:xfrm>
          <a:prstGeom prst="rect">
            <a:avLst/>
          </a:prstGeom>
          <a:solidFill>
            <a:srgbClr val="0891B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8303" y="3666110"/>
            <a:ext cx="136287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Code Walkthrough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7020" y="3545455"/>
            <a:ext cx="1828800" cy="502920"/>
          </a:xfrm>
          <a:prstGeom prst="rect">
            <a:avLst/>
          </a:prstGeom>
          <a:solidFill>
            <a:srgbClr val="0891B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6740" y="3666110"/>
            <a:ext cx="14093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Application Screens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8700" y="3545455"/>
            <a:ext cx="1828800" cy="502920"/>
          </a:xfrm>
          <a:prstGeom prst="rect">
            <a:avLst/>
          </a:prstGeom>
          <a:solidFill>
            <a:srgbClr val="0891B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6892" y="3666110"/>
            <a:ext cx="1332416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GitHub Repository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0A9DC-33CE-A2AA-8FB6-E7EC48568245}"/>
              </a:ext>
            </a:extLst>
          </p:cNvPr>
          <p:cNvSpPr txBox="1"/>
          <p:nvPr/>
        </p:nvSpPr>
        <p:spPr>
          <a:xfrm>
            <a:off x="4414140" y="5102165"/>
            <a:ext cx="45918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lang="en-US" b="1" dirty="0"/>
              <a:t>Name: </a:t>
            </a:r>
            <a:r>
              <a:rPr lang="en-US" dirty="0"/>
              <a:t>Manish Kumar Mayank</a:t>
            </a:r>
          </a:p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lang="en-US" b="1" dirty="0"/>
              <a:t>USN: </a:t>
            </a:r>
            <a:r>
              <a:rPr lang="en-US" dirty="0"/>
              <a:t>1OX22AI025</a:t>
            </a:r>
          </a:p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lang="en-US" b="1" dirty="0"/>
              <a:t>Email: </a:t>
            </a:r>
            <a:r>
              <a:rPr lang="en-US" dirty="0">
                <a:solidFill>
                  <a:srgbClr val="BAE6FD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manishkmaiml2026@gmail.com</a:t>
            </a:r>
            <a:endParaRPr lang="en-US" dirty="0">
              <a:solidFill>
                <a:srgbClr val="BAE6FD"/>
              </a:solidFill>
            </a:endParaRPr>
          </a:p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lang="en-US" b="1" dirty="0"/>
              <a:t>Internship Domain: </a:t>
            </a:r>
            <a:r>
              <a:rPr lang="en-US" dirty="0"/>
              <a:t>Web Development with Gen-AI</a:t>
            </a:r>
          </a:p>
          <a:p>
            <a:pPr algn="l">
              <a:defRPr sz="1400" b="0">
                <a:solidFill>
                  <a:srgbClr val="BAE6FD"/>
                </a:solidFill>
                <a:latin typeface="Segoe UI"/>
              </a:defRPr>
            </a:pPr>
            <a:r>
              <a:rPr lang="en-US" b="1" dirty="0"/>
              <a:t>Internship Company: </a:t>
            </a:r>
            <a:r>
              <a:rPr lang="en-US" dirty="0"/>
              <a:t>FUTUREACAD Pvt. Ltd.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15824"/>
            <a:ext cx="8458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01  Project Structure &amp; File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5724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Complete file structure with frontend, backend, and configuration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2262"/>
            <a:ext cx="4114800" cy="4459914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807767"/>
            <a:ext cx="4114800" cy="457200"/>
          </a:xfrm>
          <a:prstGeom prst="rect">
            <a:avLst/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1875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Backend (Spring Boot)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07326"/>
            <a:ext cx="291084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backend/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 err="1"/>
              <a:t>src</a:t>
            </a:r>
            <a:r>
              <a:rPr lang="en-IN" dirty="0"/>
              <a:t>/main/java/com/</a:t>
            </a:r>
            <a:r>
              <a:rPr lang="en-IN" dirty="0" err="1"/>
              <a:t>studyplanner</a:t>
            </a:r>
            <a:r>
              <a:rPr lang="en-IN" dirty="0"/>
              <a:t>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controllers/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AuthController.java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QuizController.java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ScheduleController.java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models/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AuthProvider.java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Quiz.java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QuizScore.java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Schedule.java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User.java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repositories/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QuizRepository.java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QuizScoreRepository.java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ScheduleRepository.java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UserRepository.java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security/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CustomUserDetailsService.java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JwtRequestFilter.java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JwtUtil.java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OAuth2LoginSuccessHandler.java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SecurityConfig.java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services/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  - GeminiService.java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  - BackendApplication.java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795575"/>
            <a:ext cx="4114800" cy="567036"/>
          </a:xfrm>
          <a:prstGeom prst="rect">
            <a:avLst/>
          </a:prstGeom>
          <a:solidFill>
            <a:srgbClr val="0891B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09160" y="2282262"/>
            <a:ext cx="4114800" cy="4459914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892039" y="18873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Frontend (React)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56282"/>
            <a:ext cx="3794760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frontend/public/</a:t>
            </a:r>
            <a:r>
              <a:rPr lang="en-IN" dirty="0" err="1"/>
              <a:t>src</a:t>
            </a:r>
            <a:r>
              <a:rPr lang="en-IN" dirty="0"/>
              <a:t>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</a:t>
            </a:r>
            <a:r>
              <a:rPr lang="en-IN" dirty="0" err="1"/>
              <a:t>api</a:t>
            </a:r>
            <a:r>
              <a:rPr lang="en-IN" dirty="0"/>
              <a:t>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axiosInstance.js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components/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Navigation.jsx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pages/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AuthPage.css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AuthPage.jsx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Dashboard.css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Dashboard.jsx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LandingPage.css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LandingPage.jsx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Leaderboard.css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Leaderboard.jsx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QuizGenerator.css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QuizGenerator.jsx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SchedulePlanner.css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  - </a:t>
            </a:r>
            <a:r>
              <a:rPr lang="en-IN" dirty="0" err="1"/>
              <a:t>SchedulePlanner.jsx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- App.css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- </a:t>
            </a:r>
            <a:r>
              <a:rPr lang="en-IN" dirty="0" err="1"/>
              <a:t>App.jsx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- index.css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  - </a:t>
            </a:r>
            <a:r>
              <a:rPr lang="en-IN" dirty="0" err="1"/>
              <a:t>main.jsx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- index.html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- package-</a:t>
            </a:r>
            <a:r>
              <a:rPr lang="en-IN" dirty="0" err="1"/>
              <a:t>lock.json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- </a:t>
            </a:r>
            <a:r>
              <a:rPr lang="en-IN" dirty="0" err="1"/>
              <a:t>package.json</a:t>
            </a:r>
            <a:endParaRPr lang="en-IN" dirty="0"/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- README.md</a:t>
            </a:r>
          </a:p>
          <a:p>
            <a:pPr>
              <a:defRPr sz="900" b="0">
                <a:solidFill>
                  <a:srgbClr val="0D1B2A"/>
                </a:solidFill>
                <a:latin typeface="Segoe UI"/>
              </a:defRPr>
            </a:pPr>
            <a:r>
              <a:rPr lang="en-IN" dirty="0"/>
              <a:t>  - vite.config.js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1" y="86675"/>
            <a:ext cx="8412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02  Backend Code </a:t>
            </a:r>
            <a:r>
              <a:rPr lang="en-IN" dirty="0"/>
              <a:t>— </a:t>
            </a:r>
            <a:r>
              <a:rPr dirty="0"/>
              <a:t>Authentication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18247"/>
            <a:ext cx="6401044" cy="5065891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682" y="1518248"/>
            <a:ext cx="1828557" cy="506589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96232" y="1869902"/>
            <a:ext cx="14991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Authentication </a:t>
            </a:r>
            <a:endParaRPr lang="en-US" dirty="0"/>
          </a:p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860" y="2787763"/>
            <a:ext cx="1939955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AE6FD"/>
                </a:solidFill>
                <a:latin typeface="Segoe UI"/>
              </a:defRPr>
            </a:pPr>
            <a:r>
              <a:rPr sz="1000" dirty="0"/>
              <a:t>1. User Registration</a:t>
            </a:r>
            <a:br>
              <a:rPr sz="1000" dirty="0"/>
            </a:br>
            <a:r>
              <a:rPr sz="1000" dirty="0"/>
              <a:t>   • Email/password validation</a:t>
            </a:r>
            <a:br>
              <a:rPr sz="1000" dirty="0"/>
            </a:br>
            <a:r>
              <a:rPr sz="1000" dirty="0"/>
              <a:t>   • Password hashing (</a:t>
            </a:r>
            <a:r>
              <a:rPr sz="1000" dirty="0" err="1"/>
              <a:t>BCrypt</a:t>
            </a:r>
            <a:r>
              <a:rPr sz="1000" dirty="0"/>
              <a:t>)</a:t>
            </a:r>
            <a:br>
              <a:rPr sz="1000" dirty="0"/>
            </a:br>
            <a:r>
              <a:rPr sz="1000" dirty="0"/>
              <a:t>   • User entity saved to MySQL</a:t>
            </a:r>
            <a:br>
              <a:rPr sz="1000" dirty="0"/>
            </a:br>
            <a:br>
              <a:rPr sz="1000" dirty="0"/>
            </a:br>
            <a:r>
              <a:rPr sz="1000" dirty="0"/>
              <a:t>2. Google OAuth Flow</a:t>
            </a:r>
            <a:br>
              <a:rPr sz="1000" dirty="0"/>
            </a:br>
            <a:r>
              <a:rPr sz="1000" dirty="0"/>
              <a:t>   • Redirect to Google</a:t>
            </a:r>
            <a:br>
              <a:rPr sz="1000" dirty="0"/>
            </a:br>
            <a:r>
              <a:rPr sz="1000" dirty="0"/>
              <a:t>   • Exchange code for token</a:t>
            </a:r>
            <a:br>
              <a:rPr sz="1000" dirty="0"/>
            </a:br>
            <a:r>
              <a:rPr sz="1000" dirty="0"/>
              <a:t>   • Create user profile</a:t>
            </a:r>
            <a:br>
              <a:rPr sz="1000" dirty="0"/>
            </a:br>
            <a:br>
              <a:rPr sz="1000" dirty="0"/>
            </a:br>
            <a:r>
              <a:rPr sz="1000" dirty="0"/>
              <a:t>3. JWT Session</a:t>
            </a:r>
            <a:br>
              <a:rPr sz="1000" dirty="0"/>
            </a:br>
            <a:r>
              <a:rPr sz="1000" dirty="0"/>
              <a:t>   • Generate token</a:t>
            </a:r>
            <a:br>
              <a:rPr sz="1000" dirty="0"/>
            </a:br>
            <a:r>
              <a:rPr sz="1000" dirty="0"/>
              <a:t>   • Validate on API calls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24A63-A3AD-02B0-68E1-D1AFFD05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90776"/>
            <a:ext cx="6076447" cy="4735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5528"/>
            <a:ext cx="778847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03  Backend Code </a:t>
            </a:r>
            <a:r>
              <a:rPr lang="en-US" dirty="0"/>
              <a:t>- </a:t>
            </a:r>
            <a:r>
              <a:rPr dirty="0"/>
              <a:t>Gemini API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9787" y="1488918"/>
            <a:ext cx="6303321" cy="5153422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75252" y="1488918"/>
            <a:ext cx="1902987" cy="5153421"/>
          </a:xfrm>
          <a:prstGeom prst="rect">
            <a:avLst/>
          </a:prstGeom>
          <a:solidFill>
            <a:srgbClr val="FFFF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22866" y="1793994"/>
            <a:ext cx="1407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AI Generation </a:t>
            </a:r>
            <a:endParaRPr lang="en-US" dirty="0"/>
          </a:p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5252" y="2653799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D1B2A"/>
                </a:solidFill>
                <a:latin typeface="Segoe UI"/>
              </a:defRPr>
            </a:pPr>
            <a:r>
              <a:rPr dirty="0"/>
              <a:t>Schedule Generation:</a:t>
            </a:r>
            <a:br>
              <a:rPr dirty="0"/>
            </a:br>
            <a:r>
              <a:rPr dirty="0"/>
              <a:t>1. Receive </a:t>
            </a:r>
            <a:r>
              <a:rPr dirty="0" err="1"/>
              <a:t>subject+topic</a:t>
            </a:r>
            <a:br>
              <a:rPr dirty="0"/>
            </a:br>
            <a:r>
              <a:rPr dirty="0"/>
              <a:t>2. Construct prompt</a:t>
            </a:r>
            <a:br>
              <a:rPr dirty="0"/>
            </a:br>
            <a:r>
              <a:rPr dirty="0"/>
              <a:t>3. POST to Gemini API</a:t>
            </a:r>
            <a:br>
              <a:rPr dirty="0"/>
            </a:br>
            <a:r>
              <a:rPr dirty="0"/>
              <a:t>4. Parse JSON response</a:t>
            </a:r>
            <a:br>
              <a:rPr dirty="0"/>
            </a:br>
            <a:r>
              <a:rPr dirty="0"/>
              <a:t>5. Save to database</a:t>
            </a:r>
            <a:br>
              <a:rPr dirty="0"/>
            </a:br>
            <a:br>
              <a:rPr dirty="0"/>
            </a:br>
            <a:r>
              <a:rPr dirty="0"/>
              <a:t>Quiz Generation:</a:t>
            </a:r>
            <a:br>
              <a:rPr dirty="0"/>
            </a:br>
            <a:r>
              <a:rPr dirty="0"/>
              <a:t>1. Request MCQs</a:t>
            </a:r>
            <a:br>
              <a:rPr dirty="0"/>
            </a:br>
            <a:r>
              <a:rPr dirty="0"/>
              <a:t>2. Validate format</a:t>
            </a:r>
            <a:br>
              <a:rPr dirty="0"/>
            </a:br>
            <a:r>
              <a:rPr dirty="0"/>
              <a:t>3. Save quiz entity</a:t>
            </a:r>
            <a:br>
              <a:rPr dirty="0"/>
            </a:br>
            <a:r>
              <a:rPr dirty="0"/>
              <a:t>4. Return questions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98AEC-4A1C-3434-F43F-177A37F5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89" y="1601063"/>
            <a:ext cx="6071647" cy="4946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12153"/>
            <a:ext cx="817108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04  Frontend Code — Dashboard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Component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587260"/>
            <a:ext cx="6638889" cy="4996420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68550" y="1587260"/>
            <a:ext cx="1687327" cy="499642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98904" y="1895930"/>
            <a:ext cx="12266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Component </a:t>
            </a:r>
            <a:endParaRPr lang="en-US" dirty="0"/>
          </a:p>
          <a:p>
            <a:pPr algn="ctr">
              <a:defRPr sz="14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8123" y="2720918"/>
            <a:ext cx="150775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AE6FD"/>
                </a:solidFill>
                <a:latin typeface="Segoe UI"/>
              </a:defRPr>
            </a:pPr>
            <a:r>
              <a:rPr dirty="0"/>
              <a:t>State Management:</a:t>
            </a:r>
            <a:br>
              <a:rPr dirty="0"/>
            </a:br>
            <a:r>
              <a:rPr dirty="0"/>
              <a:t>• </a:t>
            </a:r>
            <a:r>
              <a:rPr dirty="0" err="1"/>
              <a:t>useState</a:t>
            </a:r>
            <a:r>
              <a:rPr dirty="0"/>
              <a:t> for session</a:t>
            </a:r>
            <a:br>
              <a:rPr dirty="0"/>
            </a:br>
            <a:r>
              <a:rPr dirty="0"/>
              <a:t>• </a:t>
            </a:r>
            <a:r>
              <a:rPr dirty="0" err="1"/>
              <a:t>useEffect</a:t>
            </a:r>
            <a:r>
              <a:rPr dirty="0"/>
              <a:t> for auth</a:t>
            </a:r>
            <a:br>
              <a:rPr dirty="0"/>
            </a:br>
            <a:br>
              <a:rPr dirty="0"/>
            </a:br>
            <a:r>
              <a:rPr dirty="0"/>
              <a:t>Navigation:</a:t>
            </a:r>
            <a:br>
              <a:rPr dirty="0"/>
            </a:br>
            <a:r>
              <a:rPr dirty="0"/>
              <a:t>• Card 1: Schedule Gen</a:t>
            </a:r>
            <a:br>
              <a:rPr dirty="0"/>
            </a:br>
            <a:r>
              <a:rPr dirty="0"/>
              <a:t>• Card 2: Quiz Gen</a:t>
            </a:r>
            <a:br>
              <a:rPr dirty="0"/>
            </a:br>
            <a:r>
              <a:rPr dirty="0"/>
              <a:t>• Routing to modules</a:t>
            </a:r>
            <a:br>
              <a:rPr dirty="0"/>
            </a:br>
            <a:br>
              <a:rPr dirty="0"/>
            </a:br>
            <a:r>
              <a:rPr dirty="0"/>
              <a:t>Services:</a:t>
            </a:r>
            <a:br>
              <a:rPr dirty="0"/>
            </a:br>
            <a:r>
              <a:rPr dirty="0"/>
              <a:t>• authService.js</a:t>
            </a:r>
            <a:br>
              <a:rPr dirty="0"/>
            </a:br>
            <a:r>
              <a:rPr dirty="0"/>
              <a:t>• scheduleService.js</a:t>
            </a:r>
            <a:br>
              <a:rPr dirty="0"/>
            </a:br>
            <a:r>
              <a:rPr dirty="0"/>
              <a:t>• quizService.js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A56D1-75C5-95B4-6716-0D806398C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9" y="1733909"/>
            <a:ext cx="6305015" cy="47272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6813"/>
            <a:ext cx="765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05  Application Screenshots —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Landing &amp; Auth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14084"/>
            <a:ext cx="8412480" cy="2306553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3820637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Landing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58789"/>
            <a:ext cx="4114800" cy="2287729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Login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158789"/>
            <a:ext cx="4114800" cy="2287731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3825" y="6456867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Registration Page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BDE806-7774-11B5-94CD-F1D9AD1C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1" t="2034" r="5094" b="10441"/>
          <a:stretch>
            <a:fillRect/>
          </a:stretch>
        </p:blipFill>
        <p:spPr>
          <a:xfrm>
            <a:off x="466689" y="1630392"/>
            <a:ext cx="8220974" cy="2126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CBED58-69BD-0475-2877-0A63E908A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" t="4885" r="1649"/>
          <a:stretch>
            <a:fillRect/>
          </a:stretch>
        </p:blipFill>
        <p:spPr>
          <a:xfrm>
            <a:off x="457200" y="4235570"/>
            <a:ext cx="3899140" cy="21659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790303-021A-14B2-9307-91D03211FC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4" t="3098" r="5075" b="3673"/>
          <a:stretch>
            <a:fillRect/>
          </a:stretch>
        </p:blipFill>
        <p:spPr>
          <a:xfrm>
            <a:off x="4831655" y="4242475"/>
            <a:ext cx="3899140" cy="2097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65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06  Application Screenshots —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User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03120"/>
            <a:ext cx="8203721" cy="4349438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A21075-F185-5D07-3B71-B7D590663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81"/>
          <a:stretch>
            <a:fillRect/>
          </a:stretch>
        </p:blipFill>
        <p:spPr>
          <a:xfrm>
            <a:off x="707366" y="2260674"/>
            <a:ext cx="7694761" cy="3950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10419"/>
            <a:ext cx="8412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07  Application Screenshots —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Schedule Generator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42404"/>
            <a:ext cx="4206240" cy="4772132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38267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Input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274" y="1542403"/>
            <a:ext cx="4050965" cy="4772131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638267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Generated 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5E9C3-8324-0389-8456-4F3840C27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29" y="2131585"/>
            <a:ext cx="3435902" cy="35937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DE0AA8-4010-E525-2C6A-D85612C65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033" y="1662302"/>
            <a:ext cx="3765445" cy="4505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191"/>
            <a:ext cx="8321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08  Application Screenshots —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Quiz Generator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90585"/>
            <a:ext cx="4114800" cy="2183342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573927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Quiz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90584"/>
            <a:ext cx="4114800" cy="2183341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3573927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Active Quiz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41637"/>
            <a:ext cx="8412480" cy="2719680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4E5859-A99B-5B5B-7AA2-00EA37B76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2" y="1504344"/>
            <a:ext cx="3950971" cy="1963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3BF555-61B3-AD0E-BD6A-358D08E50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176"/>
          <a:stretch>
            <a:fillRect/>
          </a:stretch>
        </p:blipFill>
        <p:spPr>
          <a:xfrm>
            <a:off x="4717786" y="1443726"/>
            <a:ext cx="4023360" cy="2049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F89DA6-FAE0-6D91-4C75-5A3D6857A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8" y="4045788"/>
            <a:ext cx="7453224" cy="2563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3199"/>
            <a:ext cx="765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09  Application Screenshots —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Leaderboard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61447"/>
            <a:ext cx="8412480" cy="4886002"/>
          </a:xfrm>
          <a:prstGeom prst="rect">
            <a:avLst/>
          </a:prstGeom>
          <a:solidFill>
            <a:srgbClr val="0D1B2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E17DE3-E7D7-E6FE-514E-E71BAD8C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42" y="1766636"/>
            <a:ext cx="7278116" cy="4677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57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10  Database Schema (MySQL)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60314"/>
            <a:ext cx="2560320" cy="2011680"/>
          </a:xfrm>
          <a:prstGeom prst="rect">
            <a:avLst/>
          </a:prstGeom>
          <a:solidFill>
            <a:srgbClr val="0A25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260314"/>
            <a:ext cx="2560320" cy="411480"/>
          </a:xfrm>
          <a:prstGeom prst="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0128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79" y="1808955"/>
            <a:ext cx="113204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AE6FD"/>
                </a:solidFill>
                <a:latin typeface="Segoe UI"/>
              </a:defRPr>
            </a:pPr>
            <a:r>
              <a:rPr sz="1100" dirty="0"/>
              <a:t>id (PK)</a:t>
            </a:r>
            <a:br>
              <a:rPr sz="1100" dirty="0"/>
            </a:br>
            <a:r>
              <a:rPr sz="1100" dirty="0"/>
              <a:t>email</a:t>
            </a:r>
            <a:br>
              <a:rPr sz="1100" dirty="0"/>
            </a:br>
            <a:r>
              <a:rPr sz="1100" dirty="0" err="1"/>
              <a:t>password_hash</a:t>
            </a:r>
            <a:br>
              <a:rPr sz="1100" dirty="0"/>
            </a:br>
            <a:r>
              <a:rPr sz="1100" dirty="0" err="1"/>
              <a:t>oauth_provider</a:t>
            </a:r>
            <a:br>
              <a:rPr sz="1100" dirty="0"/>
            </a:br>
            <a:r>
              <a:rPr sz="1100" dirty="0" err="1"/>
              <a:t>oauth_id</a:t>
            </a:r>
            <a:br>
              <a:rPr sz="1100" dirty="0"/>
            </a:br>
            <a:r>
              <a:rPr sz="1100" dirty="0" err="1"/>
              <a:t>created_at</a:t>
            </a:r>
            <a:endParaRPr sz="1100" dirty="0"/>
          </a:p>
        </p:txBody>
      </p:sp>
      <p:sp>
        <p:nvSpPr>
          <p:cNvPr id="7" name="Rectangle 6"/>
          <p:cNvSpPr/>
          <p:nvPr/>
        </p:nvSpPr>
        <p:spPr>
          <a:xfrm>
            <a:off x="3108960" y="1260314"/>
            <a:ext cx="2560320" cy="2011680"/>
          </a:xfrm>
          <a:prstGeom prst="rect">
            <a:avLst/>
          </a:prstGeom>
          <a:solidFill>
            <a:srgbClr val="0A25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0" y="1260314"/>
            <a:ext cx="2560320" cy="411480"/>
          </a:xfrm>
          <a:prstGeom prst="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31465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32038"/>
            <a:ext cx="101662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AE6FD"/>
                </a:solidFill>
                <a:latin typeface="Segoe UI"/>
              </a:defRPr>
            </a:pPr>
            <a:r>
              <a:rPr sz="1100" dirty="0"/>
              <a:t>id (PK)</a:t>
            </a:r>
            <a:br>
              <a:rPr sz="1100" dirty="0"/>
            </a:br>
            <a:r>
              <a:rPr sz="1100" dirty="0" err="1"/>
              <a:t>user_id</a:t>
            </a:r>
            <a:r>
              <a:rPr sz="1100" dirty="0"/>
              <a:t> (FK)</a:t>
            </a:r>
            <a:br>
              <a:rPr sz="1100" dirty="0"/>
            </a:br>
            <a:r>
              <a:rPr sz="1100" dirty="0"/>
              <a:t>subject</a:t>
            </a:r>
            <a:br>
              <a:rPr sz="1100" dirty="0"/>
            </a:br>
            <a:r>
              <a:rPr sz="1100" dirty="0"/>
              <a:t>topic</a:t>
            </a:r>
            <a:br>
              <a:rPr sz="1100" dirty="0"/>
            </a:br>
            <a:r>
              <a:rPr sz="1100" dirty="0"/>
              <a:t>score</a:t>
            </a:r>
            <a:br>
              <a:rPr sz="1100" dirty="0"/>
            </a:br>
            <a:r>
              <a:rPr sz="1100" dirty="0" err="1"/>
              <a:t>attempted_at</a:t>
            </a:r>
            <a:endParaRPr sz="1100" dirty="0"/>
          </a:p>
        </p:txBody>
      </p:sp>
      <p:sp>
        <p:nvSpPr>
          <p:cNvPr id="11" name="Rectangle 10"/>
          <p:cNvSpPr/>
          <p:nvPr/>
        </p:nvSpPr>
        <p:spPr>
          <a:xfrm>
            <a:off x="5852160" y="1260314"/>
            <a:ext cx="2926080" cy="2011680"/>
          </a:xfrm>
          <a:prstGeom prst="rect">
            <a:avLst/>
          </a:prstGeom>
          <a:solidFill>
            <a:srgbClr val="0A254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1260314"/>
            <a:ext cx="2926080" cy="411480"/>
          </a:xfrm>
          <a:prstGeom prst="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299557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08955"/>
            <a:ext cx="105028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AE6FD"/>
                </a:solidFill>
                <a:latin typeface="Segoe UI"/>
              </a:defRPr>
            </a:pPr>
            <a:r>
              <a:rPr sz="1100" dirty="0"/>
              <a:t>id (PK)</a:t>
            </a:r>
            <a:br>
              <a:rPr sz="1100" dirty="0"/>
            </a:br>
            <a:r>
              <a:rPr sz="1100" dirty="0" err="1"/>
              <a:t>user_id</a:t>
            </a:r>
            <a:r>
              <a:rPr sz="1100" dirty="0"/>
              <a:t> (FK)</a:t>
            </a:r>
            <a:br>
              <a:rPr sz="1100" dirty="0"/>
            </a:br>
            <a:r>
              <a:rPr sz="1100" dirty="0"/>
              <a:t>subject</a:t>
            </a:r>
            <a:br>
              <a:rPr sz="1100" dirty="0"/>
            </a:br>
            <a:r>
              <a:rPr sz="1100" dirty="0"/>
              <a:t>topic</a:t>
            </a:r>
            <a:br>
              <a:rPr sz="1100" dirty="0"/>
            </a:br>
            <a:r>
              <a:rPr sz="1100" dirty="0" err="1"/>
              <a:t>schedule_json</a:t>
            </a:r>
            <a:br>
              <a:rPr sz="1100" dirty="0"/>
            </a:br>
            <a:r>
              <a:rPr sz="1100" dirty="0" err="1"/>
              <a:t>generated_at</a:t>
            </a:r>
            <a:endParaRPr sz="1100" dirty="0"/>
          </a:p>
        </p:txBody>
      </p:sp>
      <p:sp>
        <p:nvSpPr>
          <p:cNvPr id="15" name="Rectangle 14"/>
          <p:cNvSpPr/>
          <p:nvPr/>
        </p:nvSpPr>
        <p:spPr>
          <a:xfrm>
            <a:off x="365760" y="3454873"/>
            <a:ext cx="8412480" cy="13845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92034"/>
            <a:ext cx="15228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Segoe UI"/>
              </a:defRPr>
            </a:pPr>
            <a:r>
              <a:rPr sz="1600" dirty="0"/>
              <a:t>Relationships: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42872"/>
            <a:ext cx="29804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D1B2A"/>
                </a:solidFill>
                <a:latin typeface="Segoe UI"/>
              </a:defRPr>
            </a:pPr>
            <a:r>
              <a:rPr sz="1200" dirty="0"/>
              <a:t>• User → Quiz: One-to-Many</a:t>
            </a:r>
            <a:br>
              <a:rPr sz="1200" dirty="0"/>
            </a:br>
            <a:r>
              <a:rPr sz="1200" dirty="0"/>
              <a:t>• User → Schedule: One-to-Many</a:t>
            </a:r>
            <a:br>
              <a:rPr sz="1200" dirty="0"/>
            </a:br>
            <a:r>
              <a:rPr sz="1200" dirty="0"/>
              <a:t>• Quiz scores aggregated for leaderboard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123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11  GitHub Repository &amp; </a:t>
            </a:r>
            <a:endParaRPr lang="en-US" dirty="0"/>
          </a:p>
          <a:p>
            <a:pPr algn="l">
              <a:defRPr sz="4000" b="1">
                <a:solidFill>
                  <a:srgbClr val="BAE6FD"/>
                </a:solidFill>
                <a:latin typeface="Segoe UI"/>
              </a:defRPr>
            </a:pPr>
            <a:r>
              <a:rPr dirty="0"/>
              <a:t>Source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99072" y="2460399"/>
            <a:ext cx="6400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69144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[ INSERT YOUR GITHUB REPOSITORY URL HERE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0160"/>
            <a:ext cx="2377440" cy="457200"/>
          </a:xfrm>
          <a:prstGeom prst="rect">
            <a:avLst/>
          </a:prstGeom>
          <a:solidFill>
            <a:srgbClr val="0D1B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8328" y="3887061"/>
            <a:ext cx="21238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Complete frontend and backend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880160"/>
            <a:ext cx="2377440" cy="457200"/>
          </a:xfrm>
          <a:prstGeom prst="rect">
            <a:avLst/>
          </a:prstGeom>
          <a:solidFill>
            <a:srgbClr val="0D1B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396642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Database schema &amp; scripts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880160"/>
            <a:ext cx="2377440" cy="457200"/>
          </a:xfrm>
          <a:prstGeom prst="rect">
            <a:avLst/>
          </a:prstGeom>
          <a:solidFill>
            <a:srgbClr val="0D1B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395607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Setup instructions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Implementation Complete.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AE6FD"/>
                </a:solidFill>
                <a:latin typeface="Segoe UI"/>
              </a:defRPr>
            </a:pPr>
            <a:r>
              <a:t>The Smart Study Planner is fully functional with AI-powered scheduling,</a:t>
            </a:r>
            <a:br/>
            <a:r>
              <a:t>dynamic quiz generation, and competitive leaderboards.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49039"/>
            <a:ext cx="1828800" cy="45720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Code Reviewed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749039"/>
            <a:ext cx="1828800" cy="45720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7490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Screens Captured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49039"/>
            <a:ext cx="1828800" cy="45720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Database Structured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749039"/>
            <a:ext cx="1828800" cy="457200"/>
          </a:xfrm>
          <a:prstGeom prst="rect">
            <a:avLst/>
          </a:prstGeom>
          <a:solidFill>
            <a:srgbClr val="0A2540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Deployed &amp;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747</Words>
  <Application>Microsoft Office PowerPoint</Application>
  <PresentationFormat>On-screen Show (4:3)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 Kumar</cp:lastModifiedBy>
  <cp:revision>2</cp:revision>
  <dcterms:created xsi:type="dcterms:W3CDTF">2013-01-27T09:14:16Z</dcterms:created>
  <dcterms:modified xsi:type="dcterms:W3CDTF">2026-05-07T08:40:13Z</dcterms:modified>
  <cp:category/>
</cp:coreProperties>
</file>